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 autoAdjust="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6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1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3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3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0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1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7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4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8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77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84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112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97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15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32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81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5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64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251960" y="1581263"/>
            <a:ext cx="56875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lang="en-IN" sz="2400" dirty="0">
                <a:solidFill>
                  <a:schemeClr val="bg2"/>
                </a:solidFill>
                <a:latin typeface="Bodoni MT Black" panose="02070A03080606020203" pitchFamily="18" charset="0"/>
              </a:rPr>
              <a:t>AI IMPACT ON JOBS &amp; EMPLOYEE PRODUCTIVITY</a:t>
            </a:r>
            <a:endParaRPr sz="2400" dirty="0">
              <a:solidFill>
                <a:schemeClr val="bg2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5" name="Picture 4" descr="a_high_resolution_futuristic_sci_fi_digital_ill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836026"/>
            <a:ext cx="3374136" cy="21723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89794"/>
            <a:ext cx="9144000" cy="468206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D60196-B8BD-C02B-4C62-7847D8B3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7824" y="3597534"/>
            <a:ext cx="3374136" cy="254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0F57B0-85AF-B186-D723-FFD6D83D3A86}"/>
              </a:ext>
            </a:extLst>
          </p:cNvPr>
          <p:cNvSpPr txBox="1"/>
          <p:nvPr/>
        </p:nvSpPr>
        <p:spPr>
          <a:xfrm>
            <a:off x="4572000" y="2690336"/>
            <a:ext cx="4398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This project analyzes the impact of Artificial Intelligence on job </a:t>
            </a:r>
            <a:r>
              <a:rPr lang="en-US" noProof="1">
                <a:solidFill>
                  <a:schemeClr val="bg2"/>
                </a:solidFill>
              </a:rPr>
              <a:t>roles,workforce </a:t>
            </a:r>
            <a:r>
              <a:rPr lang="en-US" dirty="0">
                <a:solidFill>
                  <a:schemeClr val="bg2"/>
                </a:solidFill>
              </a:rPr>
              <a:t>trends, employee productivity, salaries, and automation risks across different industries.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2EF40-F609-5F86-99EE-8310471D8638}"/>
              </a:ext>
            </a:extLst>
          </p:cNvPr>
          <p:cNvSpPr txBox="1"/>
          <p:nvPr/>
        </p:nvSpPr>
        <p:spPr>
          <a:xfrm>
            <a:off x="6350508" y="5466464"/>
            <a:ext cx="2171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noProof="1">
                <a:solidFill>
                  <a:schemeClr val="bg2"/>
                </a:solidFill>
                <a:latin typeface="Algerian" panose="04020705040A02060702" pitchFamily="82" charset="0"/>
              </a:rPr>
              <a:t>Dinukrishna.a</a:t>
            </a:r>
          </a:p>
          <a:p>
            <a:endParaRPr lang="en-IN" sz="2000" dirty="0">
              <a:solidFill>
                <a:schemeClr val="bg2"/>
              </a:solidFill>
              <a:latin typeface="Algerian" panose="04020705040A02060702" pitchFamily="82" charset="0"/>
            </a:endParaRPr>
          </a:p>
          <a:p>
            <a:pPr algn="ctr"/>
            <a:r>
              <a:rPr lang="en-IN" sz="1400" dirty="0">
                <a:solidFill>
                  <a:schemeClr val="bg2"/>
                </a:solidFill>
                <a:latin typeface="Algerian" panose="04020705040A02060702" pitchFamily="82" charset="0"/>
              </a:rPr>
              <a:t>11-May-2026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" y="137160"/>
            <a:ext cx="1645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786074"/>
            <a:ext cx="421538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lang="en-IN" b="1" dirty="0">
                <a:solidFill>
                  <a:srgbClr val="002060"/>
                </a:solidFill>
              </a:rPr>
              <a:t>1.</a:t>
            </a:r>
            <a:r>
              <a:rPr b="1" dirty="0">
                <a:solidFill>
                  <a:srgbClr val="002060"/>
                </a:solidFill>
              </a:rPr>
              <a:t>Project Objective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2.</a:t>
            </a:r>
            <a:r>
              <a:rPr b="1" dirty="0">
                <a:solidFill>
                  <a:srgbClr val="002060"/>
                </a:solidFill>
              </a:rPr>
              <a:t>Project Domain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3.</a:t>
            </a:r>
            <a:r>
              <a:rPr b="1" dirty="0">
                <a:solidFill>
                  <a:srgbClr val="002060"/>
                </a:solidFill>
              </a:rPr>
              <a:t>Problem Statement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4.</a:t>
            </a:r>
            <a:r>
              <a:rPr b="1" dirty="0">
                <a:solidFill>
                  <a:srgbClr val="002060"/>
                </a:solidFill>
              </a:rPr>
              <a:t>Dataset Overview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5.</a:t>
            </a:r>
            <a:r>
              <a:rPr b="1" dirty="0">
                <a:solidFill>
                  <a:srgbClr val="002060"/>
                </a:solidFill>
              </a:rPr>
              <a:t>Data Cleaning Process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6.</a:t>
            </a:r>
            <a:r>
              <a:rPr b="1" dirty="0">
                <a:solidFill>
                  <a:srgbClr val="002060"/>
                </a:solidFill>
              </a:rPr>
              <a:t>Calculated Measures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7.</a:t>
            </a:r>
            <a:r>
              <a:rPr b="1" dirty="0">
                <a:solidFill>
                  <a:srgbClr val="002060"/>
                </a:solidFill>
              </a:rPr>
              <a:t>Power BI Dashboard Explanation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8.</a:t>
            </a:r>
            <a:r>
              <a:rPr b="1" dirty="0">
                <a:solidFill>
                  <a:srgbClr val="002060"/>
                </a:solidFill>
              </a:rPr>
              <a:t>Admin Dashboard Insights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9.</a:t>
            </a:r>
            <a:r>
              <a:rPr b="1" dirty="0">
                <a:solidFill>
                  <a:srgbClr val="002060"/>
                </a:solidFill>
              </a:rPr>
              <a:t>User Detail Page Explanation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10.</a:t>
            </a:r>
            <a:r>
              <a:rPr b="1" dirty="0">
                <a:solidFill>
                  <a:srgbClr val="002060"/>
                </a:solidFill>
              </a:rPr>
              <a:t>Key Insights</a:t>
            </a:r>
            <a:br>
              <a:rPr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11.</a:t>
            </a:r>
            <a:r>
              <a:rPr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18503"/>
            <a:ext cx="9144000" cy="539497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560088"/>
            <a:ext cx="55229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• Analyze the impact of Artificial Intelligence on jobs and workforce trends.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Study salary changes, automation risk, productivity, and job satisfaction.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Build interactive dashboards using Power BI.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Generate insights for workforce decision-making.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27648"/>
            <a:ext cx="9144000" cy="530352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A42868-5AC0-6D05-C2C6-3C2B9454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811460"/>
            <a:ext cx="2999232" cy="1436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55516"/>
            <a:ext cx="5760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Domain: Human Resources (HR) &amp; Workforce Analytics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The project focuses on workforce transformation caused by Artificial Intelligence across industries, analyzing employee data, salary trends, productivity, and automation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18504"/>
            <a:ext cx="9144000" cy="539496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1E40C-245A-E91E-38F6-20F90AA1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843784"/>
            <a:ext cx="2697480" cy="1362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362456"/>
            <a:ext cx="576072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lang="en-US" dirty="0">
                <a:solidFill>
                  <a:srgbClr val="002060"/>
                </a:solidFill>
              </a:rPr>
              <a:t>This project identifies: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sz="2000" dirty="0">
                <a:solidFill>
                  <a:srgbClr val="002060"/>
                </a:solidFill>
              </a:rPr>
              <a:t>Rapid AI adoption is transforming industries and     workforce operations.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sz="2000" dirty="0">
                <a:solidFill>
                  <a:srgbClr val="002060"/>
                </a:solidFill>
              </a:rPr>
              <a:t>Organizations face uncertainty about how AI affects jobs and employee roles.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sz="2000" dirty="0">
                <a:solidFill>
                  <a:srgbClr val="002060"/>
                </a:solidFill>
              </a:rPr>
              <a:t>Automation increases the risk of job replacement in repetitive tasks.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sz="2000" dirty="0">
                <a:solidFill>
                  <a:srgbClr val="002060"/>
                </a:solidFill>
              </a:rPr>
              <a:t>Businesses need to understand the impact of AI on salaries and productivity.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sz="2000" dirty="0">
                <a:solidFill>
                  <a:srgbClr val="002060"/>
                </a:solidFill>
              </a:rPr>
              <a:t> Employee upskilling and workforce adaptation have become essential.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sz="2000" dirty="0">
                <a:solidFill>
                  <a:srgbClr val="002060"/>
                </a:solidFill>
              </a:rPr>
              <a:t> There is a need for data-driven insights to support strategic workforce decisions.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endParaRPr lang="en-US" sz="2000" dirty="0"/>
          </a:p>
          <a:p>
            <a:pPr>
              <a:defRPr sz="2000">
                <a:solidFill>
                  <a:srgbClr val="505050"/>
                </a:solidFill>
              </a:defRPr>
            </a:pPr>
            <a:endParaRPr lang="en-US" sz="2000" dirty="0"/>
          </a:p>
          <a:p>
            <a:pPr>
              <a:defRPr sz="2000">
                <a:solidFill>
                  <a:srgbClr val="505050"/>
                </a:solidFill>
              </a:defRPr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F42ED-D7D9-81EE-BF75-3F17C5238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95698"/>
            <a:ext cx="2560320" cy="14311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43950"/>
            <a:ext cx="57607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Dataset: AI Job Impact Dataset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2000+ Records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17 Features/Columns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Combination of Numerical &amp; Categorical Data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Key Columns:</a:t>
            </a:r>
            <a:br>
              <a:rPr dirty="0">
                <a:solidFill>
                  <a:srgbClr val="002060"/>
                </a:solidFill>
              </a:rPr>
            </a:br>
            <a:r>
              <a:rPr lang="en-US" noProof="1">
                <a:solidFill>
                  <a:srgbClr val="002060"/>
                </a:solidFill>
              </a:rPr>
              <a:t>Employee_ID, Industry, Job_Role, AI_Adoption_Level,</a:t>
            </a:r>
            <a:br>
              <a:rPr lang="en-US" noProof="1">
                <a:solidFill>
                  <a:srgbClr val="002060"/>
                </a:solidFill>
              </a:rPr>
            </a:br>
            <a:r>
              <a:rPr lang="en-US" noProof="1">
                <a:solidFill>
                  <a:srgbClr val="002060"/>
                </a:solidFill>
              </a:rPr>
              <a:t>Automation_Risk, Salary_Before_AI, Salary_After_AI,</a:t>
            </a:r>
            <a:br>
              <a:rPr lang="en-US" noProof="1">
                <a:solidFill>
                  <a:srgbClr val="002060"/>
                </a:solidFill>
              </a:rPr>
            </a:br>
            <a:r>
              <a:rPr lang="en-US" noProof="1">
                <a:solidFill>
                  <a:srgbClr val="002060"/>
                </a:solidFill>
              </a:rPr>
              <a:t>Productivity_Change_%, Job_Satisfaction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513FAA-82E4-C0E1-CCA1-01DE20065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2797711"/>
            <a:ext cx="2752344" cy="1482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Cleaning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66544"/>
            <a:ext cx="45354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Data preprocessing was performed using Microsoft Excel.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Removed duplicate records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Handled missing values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Standardized text &amp; number formats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Applied filters and sorting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Created calculated fields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Generated Pivot Tables for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A8ABB9-585F-9237-2B12-4A678C5F6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38753"/>
            <a:ext cx="3031236" cy="1517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Calculated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90062"/>
            <a:ext cx="44439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Excel Calculated Columns: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Salary Change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Salary Change %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Experience Level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AI Impact Category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Power BI DAX Measures: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Total Employees</a:t>
            </a:r>
            <a:endParaRPr lang="en-IN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lang="en-IN" dirty="0">
                <a:solidFill>
                  <a:srgbClr val="002060"/>
                </a:solidFill>
              </a:rPr>
              <a:t>• Average Salary Before AI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Average Salary After AI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Average Productivity Change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Average Job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E8B4D-BF86-31F2-24C7-B08EA3D57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2761487"/>
            <a:ext cx="3327525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9" y="1981110"/>
            <a:ext cx="444398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The dashboard provides interactive workforce analytics using: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KPI Cards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Bar &amp; Column Charts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Pie &amp; Donut Charts</a:t>
            </a:r>
            <a:endParaRPr lang="en-IN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lang="en-IN" dirty="0">
                <a:solidFill>
                  <a:srgbClr val="002060"/>
                </a:solidFill>
              </a:rPr>
              <a:t>• Line Chart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Scatter Plot</a:t>
            </a:r>
            <a:endParaRPr lang="en-IN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lang="en-IN" dirty="0">
                <a:solidFill>
                  <a:srgbClr val="002060"/>
                </a:solidFill>
              </a:rPr>
              <a:t>• Table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• Interactive Slicers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2CD3BF-0B70-218F-7EF0-95389C2D2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822960"/>
            <a:ext cx="3886199" cy="16969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1C1070-46D5-D993-5989-95FA198DA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3" y="2736010"/>
            <a:ext cx="3886198" cy="1696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847E16-8700-2486-AD0F-6C1D7C4AA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4649060"/>
            <a:ext cx="3886198" cy="1663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Admin Dashboard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7607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The Admin Dashboard provides high-level organizational insights.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Total Employees &amp; Salary KPIs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AI Adoption Across Industries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Automation Risk Distribution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Productivity Impact Analysis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Job Status Distribution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Helps management make strategic workforce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EE75EA-29F7-38F1-23AE-CF945209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203704"/>
            <a:ext cx="5020056" cy="2422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6393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dirty="0"/>
              <a:t>User </a:t>
            </a:r>
            <a:r>
              <a:rPr dirty="0"/>
              <a:t>Detail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8887"/>
            <a:ext cx="57607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The User Detail Page allows detailed employee-level analysis.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Employee demographics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Experience and salary comparison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Job satisfaction tracking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Remote work productivity analysis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AI adoption and automation risk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799"/>
            <a:ext cx="9144000" cy="457201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F2DF8E-F55A-6522-2849-7A4A59771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2832490"/>
            <a:ext cx="3931920" cy="16502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3950"/>
            <a:ext cx="57607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• Technology and Finance industries show the highest AI adoption.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Remote workers demonstrate higher productivity improvement.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AI impacts jobs more through modification than replacement.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Repetitive job roles face higher automation risk.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Experienced employees receive higher salaries after AI adoption.</a:t>
            </a: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• Upskilling is essential in high-risk industries.</a:t>
            </a:r>
          </a:p>
        </p:txBody>
      </p:sp>
      <p:pic>
        <p:nvPicPr>
          <p:cNvPr id="5" name="Picture 4" descr="a_clean_vector_style_logo_graphic_on_a_white_bac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1327448"/>
            <a:ext cx="1033272" cy="10424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flipV="1">
            <a:off x="0" y="6400800"/>
            <a:ext cx="91440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672D59-AF42-0DFD-5181-EADF4FE77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42031"/>
            <a:ext cx="2642616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F3E"/>
          </a:solidFill>
          <a:ln>
            <a:solidFill>
              <a:srgbClr val="09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154305"/>
            <a:ext cx="5760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dirty="0">
                <a:solidFill>
                  <a:srgbClr val="002060"/>
                </a:solidFill>
              </a:rPr>
              <a:t>Artificial Intelligence is transforming workforce operations by increasing productivity and reshaping job roles.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This project demonstrates how Excel and Power BI can be used together to analyze AI-driven workforce trends and support data-driven business decisions.</a:t>
            </a:r>
            <a:br>
              <a:rPr dirty="0">
                <a:solidFill>
                  <a:srgbClr val="002060"/>
                </a:solidFill>
              </a:rPr>
            </a:br>
            <a:br>
              <a:rPr dirty="0">
                <a:solidFill>
                  <a:srgbClr val="002060"/>
                </a:solidFill>
              </a:rPr>
            </a:br>
            <a:r>
              <a:rPr dirty="0">
                <a:solidFill>
                  <a:srgbClr val="002060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bg2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C8B835-CA9D-7E25-CE43-B80F1E7D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58" y="841372"/>
            <a:ext cx="7449884" cy="192875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218</TotalTime>
  <Words>685</Words>
  <Application>Microsoft Office PowerPoint</Application>
  <PresentationFormat>On-screen Show (4:3)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Bodoni MT Black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DINU KRISHNA</dc:creator>
  <cp:keywords/>
  <dc:description>generated using python-pptx</dc:description>
  <cp:lastModifiedBy>DINU KRISHNA</cp:lastModifiedBy>
  <cp:revision>12</cp:revision>
  <dcterms:created xsi:type="dcterms:W3CDTF">2013-01-27T09:14:16Z</dcterms:created>
  <dcterms:modified xsi:type="dcterms:W3CDTF">2026-05-11T13:06:12Z</dcterms:modified>
  <cp:category/>
</cp:coreProperties>
</file>